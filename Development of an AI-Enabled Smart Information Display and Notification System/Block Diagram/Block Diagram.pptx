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5"/>
        <p:guide pos="38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134985" y="1019810"/>
            <a:ext cx="3470910" cy="13036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24855" y="1019810"/>
            <a:ext cx="1967865" cy="13036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62655" y="1024890"/>
            <a:ext cx="2018665" cy="13036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19775" y="2863850"/>
            <a:ext cx="1967865" cy="297497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81975" y="2858770"/>
            <a:ext cx="1967865" cy="10623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181975" y="4240530"/>
            <a:ext cx="1967865" cy="10623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44175" y="4240530"/>
            <a:ext cx="1390015" cy="10623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57575" y="2853690"/>
            <a:ext cx="1967865" cy="641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57575" y="3632200"/>
            <a:ext cx="1967865" cy="641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57575" y="4410710"/>
            <a:ext cx="1967865" cy="641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457575" y="5188585"/>
            <a:ext cx="1967865" cy="6413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456940" y="1492885"/>
            <a:ext cx="2024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ESP32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848350" y="1492885"/>
            <a:ext cx="1939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Arduino Nano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136255" y="1492885"/>
            <a:ext cx="34671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P10 Display Module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287770" y="3921125"/>
            <a:ext cx="10534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ESP32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458210" y="2974975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UP Button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457575" y="374396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Down Button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462655" y="454152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Enter Button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462655" y="531368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Back Button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177530" y="319024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TFT Display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182610" y="4557395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Lithium Battery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0544810" y="4410710"/>
            <a:ext cx="1388745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Charging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Module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7" name="Straight Arrow Connector 26"/>
          <p:cNvCxnSpPr>
            <a:stCxn id="15" idx="3"/>
          </p:cNvCxnSpPr>
          <p:nvPr/>
        </p:nvCxnSpPr>
        <p:spPr>
          <a:xfrm flipV="1">
            <a:off x="5481320" y="1691640"/>
            <a:ext cx="338455" cy="63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787640" y="1671320"/>
            <a:ext cx="338455" cy="63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5424805" y="3178810"/>
            <a:ext cx="40132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5423535" y="3964305"/>
            <a:ext cx="40132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422265" y="4749800"/>
            <a:ext cx="40132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419725" y="5505450"/>
            <a:ext cx="40132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7787640" y="3388995"/>
            <a:ext cx="40132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4" idx="1"/>
          </p:cNvCxnSpPr>
          <p:nvPr/>
        </p:nvCxnSpPr>
        <p:spPr>
          <a:xfrm flipH="1">
            <a:off x="7785100" y="4756785"/>
            <a:ext cx="39751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0149840" y="4756785"/>
            <a:ext cx="397510" cy="1905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53415" y="3489325"/>
            <a:ext cx="1891665" cy="8343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53415" y="2265680"/>
            <a:ext cx="1891665" cy="8343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53415" y="1019810"/>
            <a:ext cx="1891665" cy="8343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40" name="Elbow Connector 39"/>
          <p:cNvCxnSpPr>
            <a:stCxn id="36" idx="3"/>
            <a:endCxn id="15" idx="1"/>
          </p:cNvCxnSpPr>
          <p:nvPr/>
        </p:nvCxnSpPr>
        <p:spPr>
          <a:xfrm flipV="1">
            <a:off x="2545080" y="1692275"/>
            <a:ext cx="911860" cy="221424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5400000" flipV="1">
            <a:off x="3444240" y="2479040"/>
            <a:ext cx="1515110" cy="5204460"/>
          </a:xfrm>
          <a:prstGeom prst="bentConnector3">
            <a:avLst>
              <a:gd name="adj1" fmla="val 131894"/>
            </a:avLst>
          </a:prstGeom>
          <a:ln w="28575">
            <a:solidFill>
              <a:schemeClr val="tx1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6" idx="0"/>
            <a:endCxn id="38" idx="2"/>
          </p:cNvCxnSpPr>
          <p:nvPr/>
        </p:nvCxnSpPr>
        <p:spPr>
          <a:xfrm flipV="1">
            <a:off x="1599565" y="3100070"/>
            <a:ext cx="0" cy="38925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599565" y="1876425"/>
            <a:ext cx="0" cy="38925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627380" y="3725545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Router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577850" y="246507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Firebase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627380" y="1239520"/>
            <a:ext cx="1967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GB" altLang="en-US" sz="2000" b="1">
                <a:latin typeface="Times New Roman" panose="02020603050405020304" charset="0"/>
                <a:cs typeface="Times New Roman" panose="02020603050405020304" charset="0"/>
              </a:rPr>
              <a:t>Website/App</a:t>
            </a:r>
            <a:endParaRPr lang="en-GB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WPS Presentation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VICKY</dc:creator>
  <cp:lastModifiedBy>Vignesh Vicky</cp:lastModifiedBy>
  <cp:revision>3</cp:revision>
  <dcterms:created xsi:type="dcterms:W3CDTF">2025-07-23T00:59:00Z</dcterms:created>
  <dcterms:modified xsi:type="dcterms:W3CDTF">2026-05-01T17:13:29Z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35A29101C28F4B678FEC9B7186E28E44_11</vt:lpwstr>
  </property>
  <property fmtid="{D5CDD505-2E9C-101B-9397-08002B2CF9AE}" pid="3" name="KSOProductBuildVer">
    <vt:lpwstr>1033-12.1.0.25862</vt:lpwstr>
  </property>
</Properties>
</file>